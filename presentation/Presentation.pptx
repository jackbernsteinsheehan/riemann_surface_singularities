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8490774-56D7-4664-A2F2-9768B6C8F3C7}">
          <p14:sldIdLst>
            <p14:sldId id="256"/>
          </p14:sldIdLst>
        </p14:section>
        <p14:section name="Heat Flow" id="{6F1458E8-A75F-458C-86DE-3EBECB7CB7C9}">
          <p14:sldIdLst>
            <p14:sldId id="257"/>
          </p14:sldIdLst>
        </p14:section>
        <p14:section name="Metrics and Curvature" id="{FF5A684A-3C33-4DC5-AF06-42F02FB1DB40}">
          <p14:sldIdLst/>
        </p14:section>
        <p14:section name="Geodesics" id="{637F75D1-8428-480B-A852-70989699DE9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8261E2-643A-461B-A25A-10C69331CDAA}" v="1" dt="2026-04-09T19:57:58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 Yae" userId="b691fe5195f75dcf" providerId="LiveId" clId="{DD60DD1A-DB6E-4EDC-B6FD-2B00205BC9F5}"/>
    <pc:docChg chg="custSel addSld modSld addSection modSection">
      <pc:chgData name="Arya Yae" userId="b691fe5195f75dcf" providerId="LiveId" clId="{DD60DD1A-DB6E-4EDC-B6FD-2B00205BC9F5}" dt="2026-04-09T19:59:39.274" v="10" actId="478"/>
      <pc:docMkLst>
        <pc:docMk/>
      </pc:docMkLst>
      <pc:sldChg chg="addSp delSp modSp new mod">
        <pc:chgData name="Arya Yae" userId="b691fe5195f75dcf" providerId="LiveId" clId="{DD60DD1A-DB6E-4EDC-B6FD-2B00205BC9F5}" dt="2026-04-09T19:57:58.065" v="2"/>
        <pc:sldMkLst>
          <pc:docMk/>
          <pc:sldMk cId="2234932420" sldId="256"/>
        </pc:sldMkLst>
        <pc:spChg chg="del">
          <ac:chgData name="Arya Yae" userId="b691fe5195f75dcf" providerId="LiveId" clId="{DD60DD1A-DB6E-4EDC-B6FD-2B00205BC9F5}" dt="2026-04-09T19:57:57.762" v="1" actId="478"/>
          <ac:spMkLst>
            <pc:docMk/>
            <pc:sldMk cId="2234932420" sldId="256"/>
            <ac:spMk id="2" creationId="{58703D44-9ADE-1A82-7EA4-DCDB5686F856}"/>
          </ac:spMkLst>
        </pc:spChg>
        <pc:spChg chg="del">
          <ac:chgData name="Arya Yae" userId="b691fe5195f75dcf" providerId="LiveId" clId="{DD60DD1A-DB6E-4EDC-B6FD-2B00205BC9F5}" dt="2026-04-09T19:57:57.762" v="1" actId="478"/>
          <ac:spMkLst>
            <pc:docMk/>
            <pc:sldMk cId="2234932420" sldId="256"/>
            <ac:spMk id="3" creationId="{7134A643-B285-B17E-5511-D164CEF8BC33}"/>
          </ac:spMkLst>
        </pc:spChg>
        <pc:spChg chg="add mod">
          <ac:chgData name="Arya Yae" userId="b691fe5195f75dcf" providerId="LiveId" clId="{DD60DD1A-DB6E-4EDC-B6FD-2B00205BC9F5}" dt="2026-04-09T19:57:58.065" v="2"/>
          <ac:spMkLst>
            <pc:docMk/>
            <pc:sldMk cId="2234932420" sldId="256"/>
            <ac:spMk id="4" creationId="{6F8ED1F3-8315-623C-267B-931238B74DC4}"/>
          </ac:spMkLst>
        </pc:spChg>
        <pc:spChg chg="add mod">
          <ac:chgData name="Arya Yae" userId="b691fe5195f75dcf" providerId="LiveId" clId="{DD60DD1A-DB6E-4EDC-B6FD-2B00205BC9F5}" dt="2026-04-09T19:57:58.065" v="2"/>
          <ac:spMkLst>
            <pc:docMk/>
            <pc:sldMk cId="2234932420" sldId="256"/>
            <ac:spMk id="5" creationId="{E49B2D8F-AA56-CEE1-81CA-9FC1A9BB5D0A}"/>
          </ac:spMkLst>
        </pc:spChg>
      </pc:sldChg>
      <pc:sldChg chg="delSp new mod">
        <pc:chgData name="Arya Yae" userId="b691fe5195f75dcf" providerId="LiveId" clId="{DD60DD1A-DB6E-4EDC-B6FD-2B00205BC9F5}" dt="2026-04-09T19:59:39.274" v="10" actId="478"/>
        <pc:sldMkLst>
          <pc:docMk/>
          <pc:sldMk cId="2950219301" sldId="257"/>
        </pc:sldMkLst>
        <pc:spChg chg="del">
          <ac:chgData name="Arya Yae" userId="b691fe5195f75dcf" providerId="LiveId" clId="{DD60DD1A-DB6E-4EDC-B6FD-2B00205BC9F5}" dt="2026-04-09T19:59:39.274" v="10" actId="478"/>
          <ac:spMkLst>
            <pc:docMk/>
            <pc:sldMk cId="2950219301" sldId="257"/>
            <ac:spMk id="2" creationId="{AD319637-95A0-9ECE-0748-3ECE2C47C752}"/>
          </ac:spMkLst>
        </pc:spChg>
        <pc:spChg chg="del">
          <ac:chgData name="Arya Yae" userId="b691fe5195f75dcf" providerId="LiveId" clId="{DD60DD1A-DB6E-4EDC-B6FD-2B00205BC9F5}" dt="2026-04-09T19:59:39.274" v="10" actId="478"/>
          <ac:spMkLst>
            <pc:docMk/>
            <pc:sldMk cId="2950219301" sldId="257"/>
            <ac:spMk id="3" creationId="{B0862BCA-933C-32C1-B57E-1332B6B2899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76967-2DE9-D43C-8F54-626ABD67B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8B231-A340-8F2C-A943-3559CE46F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5F29B-533F-CB9A-9C9A-A817AB84E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51DF-4AAA-4B2E-BB86-03F1BD4771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40A4-3D02-E682-0AF2-28548E3B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7EC14-886C-FAAA-8C1C-957366F6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FC380-8420-4CF9-9237-FF5E19A8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1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F30FA-E712-7881-3C01-22815A262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AFBFE-F123-47DF-510F-94946AD97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6E0FA-B2F4-D8FF-432B-FF1FADB8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51DF-4AAA-4B2E-BB86-03F1BD4771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A73E8-7ED5-C740-D8D2-2114539F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8D11E-7784-F8C1-DDF4-4717C444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FC380-8420-4CF9-9237-FF5E19A8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89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F5C6A-2031-C7F5-26A4-536EF8859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4FD0E-4000-8204-A0C3-E61FA4BCA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6A690-FF49-647E-C125-1DF7157A0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51DF-4AAA-4B2E-BB86-03F1BD4771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6F4DF-453F-AF91-CF0A-41A41AE1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450A1-9711-4710-9AC9-BF03027A5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FC380-8420-4CF9-9237-FF5E19A8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19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B2B5-3F35-E21A-1F13-0AD93BE97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59BDB-BDCB-99DC-DDC8-254CF6DA0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5FF05-FD53-4C8E-5870-7CD5EA00E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59229-2532-6F5F-8428-D16C1F34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51DF-4AAA-4B2E-BB86-03F1BD4771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47265-3660-4BE7-9056-2825DBE07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84683-120B-1BD5-ACDD-9F5F38DC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FC380-8420-4CF9-9237-FF5E19A8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26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3CC5-5638-B3FF-4AD0-8AED55D7B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5C784-A95F-D887-AFC4-947F3160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75F5A-11DF-7824-DDA4-D09441355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9D62FE-628F-4E7A-D660-CD2D8138E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E7E785-F7B1-1B92-89F6-0FA7B5688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A5CFA-F610-CD64-1353-19D6112AE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51DF-4AAA-4B2E-BB86-03F1BD4771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E34DDB-B681-C86F-6889-41DF9C636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1D821-4641-CB4D-F0ED-A3A4008B3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FC380-8420-4CF9-9237-FF5E19A8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8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B38A-AFAB-5A7C-D484-3EC4171F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FE78F-835F-C2E9-EEB1-E2B6FA8C5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51DF-4AAA-4B2E-BB86-03F1BD4771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17184-986F-0F83-2E81-DC52FFE2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9EA3AA-EC8B-8B80-4C2B-6FC1152FB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FC380-8420-4CF9-9237-FF5E19A8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7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4D33DD-343A-A13C-ABED-6F6840E0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51DF-4AAA-4B2E-BB86-03F1BD4771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F6A1C-D551-8CDF-03C8-1FB8A862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14BE6-7C27-40AC-12E3-B625D4EF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FC380-8420-4CF9-9237-FF5E19A8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4AF7-1F7C-163A-A154-2FD33B39E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B838C-7B48-A703-47F4-82CF02AFC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A07D0-D6F1-8F4D-5CCF-D3AF494BE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C79A0-7BC2-EFC7-E292-F2E575D6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51DF-4AAA-4B2E-BB86-03F1BD4771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2D20B-1C7D-D9E1-2EFE-5471C6C9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63521-F17F-3934-FCD5-D8ED1D8D4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FC380-8420-4CF9-9237-FF5E19A8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2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690C5-3482-D645-8302-3D3A55F12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A6158-DC81-DEA4-CE86-4458148F5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73849-EAE0-00E1-1482-2A1D7E801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3DED1-A361-C167-2047-52225064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51DF-4AAA-4B2E-BB86-03F1BD4771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E4E08-E165-41C6-BC07-2296B5741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3FDD2-C576-3239-BECA-0B09075F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FC380-8420-4CF9-9237-FF5E19A8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37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FF44-01F4-4DEF-7C04-03F8D20CE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A18FB-40A2-1655-1381-3E295B467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81FF0-EBD5-7A30-6B36-30EDE2C6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51DF-4AAA-4B2E-BB86-03F1BD4771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5AFCF-598C-B185-7A6D-8A72496A4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1E6E0-5FC0-F255-6CDE-8B840394F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FC380-8420-4CF9-9237-FF5E19A8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34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BCE550-F6E4-FFA7-EE7E-CB3370C20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FFA0C-A45A-6224-FD9C-C8A3CECF3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52B6F-60E0-943C-79AE-2AA670D7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51DF-4AAA-4B2E-BB86-03F1BD4771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6F59D-AAC4-3120-53B0-C5AA9D8CD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DDE18-FAC4-FB7B-216C-605C2D89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FC380-8420-4CF9-9237-FF5E19A8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5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F2DBF-F018-E87B-D438-D70C9A24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F88B2-BB6B-4090-800C-50A5D6C46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3F46E-F138-07FB-23AF-177B80FCD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A51DF-4AAA-4B2E-BB86-03F1BD4771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17CAD-BAF2-769E-6161-157A818DB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B61A7-F2F3-F37D-E866-57F45840F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FC380-8420-4CF9-9237-FF5E19A875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5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8ED1F3-8315-623C-267B-931238B74DC4}"/>
              </a:ext>
            </a:extLst>
          </p:cNvPr>
          <p:cNvSpPr txBox="1"/>
          <p:nvPr/>
        </p:nvSpPr>
        <p:spPr>
          <a:xfrm>
            <a:off x="429768" y="374904"/>
            <a:ext cx="6121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Outline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9B2D8F-AA56-CEE1-81CA-9FC1A9BB5D0A}"/>
                  </a:ext>
                </a:extLst>
              </p:cNvPr>
              <p:cNvSpPr txBox="1"/>
              <p:nvPr/>
            </p:nvSpPr>
            <p:spPr>
              <a:xfrm>
                <a:off x="429768" y="1353312"/>
                <a:ext cx="10415016" cy="4766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Heat flow in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</m:oMath>
                </a14:m>
                <a:endParaRPr lang="en-US" sz="32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Heat flow in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𝑟𝑟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𝜃𝜃</m:t>
                        </m:r>
                        <m:r>
                          <m:rPr>
                            <m:lit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What is a metric (on a surface)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Fubini-Study (weight function vs embedding)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Why curvature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Δlog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Curvature (Ricci) flow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Code behind simulations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Geodesic equation and Euler’s method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Geodesic simulations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9B2D8F-AA56-CEE1-81CA-9FC1A9BB5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" y="1353312"/>
                <a:ext cx="10415016" cy="4766113"/>
              </a:xfrm>
              <a:prstGeom prst="rect">
                <a:avLst/>
              </a:prstGeom>
              <a:blipFill>
                <a:blip r:embed="rId2"/>
                <a:stretch>
                  <a:fillRect l="-1347" t="-1407" b="-3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4932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219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 Yae</dc:creator>
  <cp:lastModifiedBy>Arya Yae</cp:lastModifiedBy>
  <cp:revision>1</cp:revision>
  <dcterms:created xsi:type="dcterms:W3CDTF">2026-04-09T19:57:52Z</dcterms:created>
  <dcterms:modified xsi:type="dcterms:W3CDTF">2026-04-09T19:59:41Z</dcterms:modified>
</cp:coreProperties>
</file>